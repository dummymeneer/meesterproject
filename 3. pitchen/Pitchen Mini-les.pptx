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9" r:id="rId4"/>
    <p:sldId id="282" r:id="rId5"/>
    <p:sldId id="283" r:id="rId6"/>
    <p:sldId id="285" r:id="rId7"/>
    <p:sldId id="286" r:id="rId8"/>
    <p:sldId id="284" r:id="rId9"/>
    <p:sldId id="263" r:id="rId10"/>
    <p:sldId id="275" r:id="rId11"/>
    <p:sldId id="274" r:id="rId12"/>
    <p:sldId id="276" r:id="rId13"/>
    <p:sldId id="277" r:id="rId14"/>
    <p:sldId id="287" r:id="rId15"/>
    <p:sldId id="278" r:id="rId16"/>
    <p:sldId id="279" r:id="rId17"/>
    <p:sldId id="280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5C77"/>
    <a:srgbClr val="FBA400"/>
    <a:srgbClr val="FFFEF7"/>
    <a:srgbClr val="FFFE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88052" autoAdjust="0"/>
  </p:normalViewPr>
  <p:slideViewPr>
    <p:cSldViewPr snapToGrid="0">
      <p:cViewPr varScale="1">
        <p:scale>
          <a:sx n="97" d="100"/>
          <a:sy n="97" d="100"/>
        </p:scale>
        <p:origin x="484" y="7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3" d="100"/>
          <a:sy n="83" d="100"/>
        </p:scale>
        <p:origin x="3284" y="7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58DB6F-D407-4DAD-8E07-F71A85896F6E}" type="datetimeFigureOut">
              <a:rPr lang="nl-NL" smtClean="0"/>
              <a:t>12-5-2026</a:t>
            </a:fld>
            <a:endParaRPr lang="nl-NL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5FC6EB-00F9-4F26-856D-FED6C6A7B264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4488550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Casual niks zeggend en leeg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5FC6EB-00F9-4F26-856D-FED6C6A7B264}" type="slidenum">
              <a:rPr lang="nl-NL" smtClean="0"/>
              <a:t>9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377510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Wat schetsen en een globaal idee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5FC6EB-00F9-4F26-856D-FED6C6A7B264}" type="slidenum">
              <a:rPr lang="nl-NL" smtClean="0"/>
              <a:t>10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9376727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Een volwaardige pitch met </a:t>
            </a:r>
            <a:r>
              <a:rPr lang="nl-NL" dirty="0" err="1"/>
              <a:t>wireframes</a:t>
            </a:r>
            <a:r>
              <a:rPr lang="nl-NL" dirty="0"/>
              <a:t> en een pitch verhaal 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5FC6EB-00F9-4F26-856D-FED6C6A7B264}" type="slidenum">
              <a:rPr lang="nl-NL" smtClean="0"/>
              <a:t>11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4518363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Link naar een video van marktplaats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5FC6EB-00F9-4F26-856D-FED6C6A7B264}" type="slidenum">
              <a:rPr lang="nl-NL" smtClean="0"/>
              <a:t>12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338103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1B4C759-8C62-86C9-3B17-92FACEE38A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6925" y="406400"/>
            <a:ext cx="645795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A321D15F-B607-A2F4-7E5B-5C4C4A91C9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74266" y="3380783"/>
            <a:ext cx="55118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35970407-AC1E-7009-EC8F-8F2B816D79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69266" y="6356350"/>
            <a:ext cx="1905000" cy="365125"/>
          </a:xfrm>
        </p:spPr>
        <p:txBody>
          <a:bodyPr/>
          <a:lstStyle/>
          <a:p>
            <a:fld id="{6D18414D-5A9A-49A8-AA48-E9E7CADEA260}" type="datetimeFigureOut">
              <a:rPr lang="nl-NL" smtClean="0"/>
              <a:t>12-5-2026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C0B12CD7-1DFB-6FCC-4B46-040832962F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6356350"/>
            <a:ext cx="4114800" cy="365125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FED0717B-501A-6AD2-FAD9-9FDB669F3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68000" y="6356350"/>
            <a:ext cx="1159933" cy="365125"/>
          </a:xfrm>
        </p:spPr>
        <p:txBody>
          <a:bodyPr/>
          <a:lstStyle/>
          <a:p>
            <a:fld id="{E9064B82-868F-4D41-994F-76B4E64C671C}" type="slidenum">
              <a:rPr lang="nl-NL" smtClean="0"/>
              <a:t>‹nr.›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2444050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6BFFC90-3395-0A72-C175-88454A108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2FF9D1A7-AFA3-2D0A-5016-573C0085F7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6AEF1A98-39F2-BCFE-A768-C7C7269E60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8414D-5A9A-49A8-AA48-E9E7CADEA260}" type="datetimeFigureOut">
              <a:rPr lang="nl-NL" smtClean="0"/>
              <a:t>12-5-2026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3A3F0BBF-479B-F827-4D71-082BF9E1E2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13D6B33F-8770-9341-9E76-F7A435377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64B82-868F-4D41-994F-76B4E64C671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605362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1C40951-16BA-65BD-FA23-BCD4B37026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3432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A223BC3E-99ED-F861-2FB2-1837A862A4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794332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004DFCE1-FF20-9098-F41B-CF8AE47B24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8414D-5A9A-49A8-AA48-E9E7CADEA260}" type="datetimeFigureOut">
              <a:rPr lang="nl-NL" smtClean="0"/>
              <a:t>12-5-2026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C527527C-339C-A319-5AB8-112FB83F62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52BC4418-4EF7-67F6-BB89-E7E06ACA8A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64B82-868F-4D41-994F-76B4E64C671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3498286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7331BC1-8E05-7E69-F8A9-6DB02B032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72ED6838-DD66-E35D-E7CC-C7808F5D6C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018584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A8D7FE4F-8286-26BD-2F95-E57806EDF7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018584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6D0E1AED-39B0-79D9-7A2C-449973F535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8414D-5A9A-49A8-AA48-E9E7CADEA260}" type="datetimeFigureOut">
              <a:rPr lang="nl-NL" smtClean="0"/>
              <a:t>12-5-2026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A254B2C4-BDF7-31CB-7DC9-B08438151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2189A640-A58A-DEB2-536B-CD6A70C76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64B82-868F-4D41-994F-76B4E64C671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6588945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12C2B3A-1D0A-5865-BE4A-04C18894FB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978645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416E3B1D-231C-B7E9-8ECC-869ECCA356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464418"/>
            <a:ext cx="5157787" cy="71423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907D4D88-D8C1-6D25-C28C-87B8DCECC9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299305"/>
            <a:ext cx="5157787" cy="3576709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0B794A09-E8F5-29C8-7AAA-9CCB4BF452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69024" y="1433991"/>
            <a:ext cx="5183188" cy="74466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BD06865D-4034-733F-0C0B-2A32C8EDB3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69024" y="2299305"/>
            <a:ext cx="5183188" cy="3576709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NL" dirty="0"/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9615BE59-3F81-7BD5-4DB4-278648CEC5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8414D-5A9A-49A8-AA48-E9E7CADEA260}" type="datetimeFigureOut">
              <a:rPr lang="nl-NL" smtClean="0"/>
              <a:t>12-5-2026</a:t>
            </a:fld>
            <a:endParaRPr lang="nl-NL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DE8CE4A8-74CC-EC89-649F-1C83DAD305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56CBCA2E-28ED-9718-15AD-1B3FFBE1A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64B82-868F-4D41-994F-76B4E64C671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0564801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83C4379-2683-9B5B-54BA-E3A6360499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05F0E2A3-FBE9-DC25-394E-AE9A6C39F3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8414D-5A9A-49A8-AA48-E9E7CADEA260}" type="datetimeFigureOut">
              <a:rPr lang="nl-NL" smtClean="0"/>
              <a:t>12-5-2026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BB400D92-2550-0867-9483-45ED646CB3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B71C9D5D-E51E-CA71-9A90-C4EAB3B95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64B82-868F-4D41-994F-76B4E64C671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6914590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FC5446D9-5DF5-F7C0-2628-90BC9A1C3D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8414D-5A9A-49A8-AA48-E9E7CADEA260}" type="datetimeFigureOut">
              <a:rPr lang="nl-NL" smtClean="0"/>
              <a:t>12-5-2026</a:t>
            </a:fld>
            <a:endParaRPr lang="nl-NL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FF65D153-6E89-D8A5-45CD-F5E3B82963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8C4BE700-8736-DEBD-54F5-CD85EBEDB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64B82-868F-4D41-994F-76B4E64C671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5692943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B6DB1C2-788C-5E67-1126-186FE5DFF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E9A3E2AF-FE3E-C3CA-0E2C-9C0235AADF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972E7AF5-2E5A-4DE2-1F3D-EE384028A9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34CCBAC4-7095-68D4-1F70-41489D11E4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8414D-5A9A-49A8-AA48-E9E7CADEA260}" type="datetimeFigureOut">
              <a:rPr lang="nl-NL" smtClean="0"/>
              <a:t>12-5-2026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69FD96D4-0AD8-6168-4590-B26CA93A3F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0DB30B07-5631-A050-3B75-0C5F5D002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64B82-868F-4D41-994F-76B4E64C671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6280183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79B1091-E1AE-DDD5-15E4-4FBF3510FE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676DA624-4C35-30ED-18A7-B6FB1563DF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6C0BB913-4F09-18DD-A1BA-8427E38417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E13FF6D7-870A-E1AF-4B59-6101B009DE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8414D-5A9A-49A8-AA48-E9E7CADEA260}" type="datetimeFigureOut">
              <a:rPr lang="nl-NL" smtClean="0"/>
              <a:t>12-5-2026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349C309F-2101-E8AD-9159-474BFC226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CCEE4378-BA38-4FB0-C906-B9BA89930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64B82-868F-4D41-994F-76B4E64C671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5116108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22D5996-E7C8-5CF7-C2D3-B8748FD4CC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4E21B26B-BA69-E9AD-7CFF-9F77659328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604E0D85-1929-B19A-7CEE-1C5F655EE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8414D-5A9A-49A8-AA48-E9E7CADEA260}" type="datetimeFigureOut">
              <a:rPr lang="nl-NL" smtClean="0"/>
              <a:t>12-5-2026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6DF32821-6BD5-551A-0269-B059B749A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820D5A6D-2538-85A7-38BB-7F795A3E9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64B82-868F-4D41-994F-76B4E64C671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1594497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2B48FD73-4D0B-A3A3-2319-42AE9E7263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44000" y="365125"/>
            <a:ext cx="2671638" cy="5455230"/>
          </a:xfrm>
        </p:spPr>
        <p:txBody>
          <a:bodyPr vert="eaVert"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B1C23176-7D84-A884-661D-CD5DEA0485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4056" y="365125"/>
            <a:ext cx="8340918" cy="5455230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5DAFAA59-F7D1-5531-36D8-900F9C119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8414D-5A9A-49A8-AA48-E9E7CADEA260}" type="datetimeFigureOut">
              <a:rPr lang="nl-NL" smtClean="0"/>
              <a:t>12-5-2026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606688D-6FDD-6771-2106-A56DB363A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58D3E2E9-404E-C081-A941-A3629B304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64B82-868F-4D41-994F-76B4E64C671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2466095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bg1"/>
            </a:gs>
            <a:gs pos="35000">
              <a:srgbClr val="FFFEF3"/>
            </a:gs>
            <a:gs pos="62000">
              <a:srgbClr val="FFFEF7"/>
            </a:gs>
            <a:gs pos="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ACF1BF85-4B6C-F008-1B3C-11B47EC59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E5411684-1A7E-DFCF-F13E-B761FD6B0A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597150" y="631031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18414D-5A9A-49A8-AA48-E9E7CADEA260}" type="datetimeFigureOut">
              <a:rPr lang="nl-NL" smtClean="0"/>
              <a:t>12-5-2026</a:t>
            </a:fld>
            <a:endParaRPr lang="nl-NL" dirty="0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A9B745CD-F00A-8626-6B75-9275E77135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664200" y="6310311"/>
            <a:ext cx="454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B40EA63F-C77B-C305-2060-ECC2516828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604500" y="6310312"/>
            <a:ext cx="1384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064B82-868F-4D41-994F-76B4E64C671C}" type="slidenum">
              <a:rPr lang="nl-NL" smtClean="0"/>
              <a:t>‹nr.›</a:t>
            </a:fld>
            <a:endParaRPr lang="nl-NL" dirty="0"/>
          </a:p>
        </p:txBody>
      </p:sp>
      <p:pic>
        <p:nvPicPr>
          <p:cNvPr id="7" name="Picture 2" descr="Nova College zorgopleidingen inspireren studenten met casussen | BureauTekst">
            <a:extLst>
              <a:ext uri="{FF2B5EF4-FFF2-40B4-BE49-F238E27FC236}">
                <a16:creationId xmlns:a16="http://schemas.microsoft.com/office/drawing/2014/main" id="{E15B2672-438A-D562-D6EE-438FCB4005E2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886" b="38682"/>
          <a:stretch>
            <a:fillRect/>
          </a:stretch>
        </p:blipFill>
        <p:spPr bwMode="auto">
          <a:xfrm>
            <a:off x="-186927" y="6217427"/>
            <a:ext cx="2664618" cy="6429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hthoek 7">
            <a:extLst>
              <a:ext uri="{FF2B5EF4-FFF2-40B4-BE49-F238E27FC236}">
                <a16:creationId xmlns:a16="http://schemas.microsoft.com/office/drawing/2014/main" id="{DBB024C6-06AD-9F73-4AE8-0D072837629D}"/>
              </a:ext>
            </a:extLst>
          </p:cNvPr>
          <p:cNvSpPr/>
          <p:nvPr userDrawn="1"/>
        </p:nvSpPr>
        <p:spPr>
          <a:xfrm>
            <a:off x="230715" y="-55031"/>
            <a:ext cx="270000" cy="5782734"/>
          </a:xfrm>
          <a:prstGeom prst="rect">
            <a:avLst/>
          </a:prstGeom>
          <a:solidFill>
            <a:srgbClr val="005C7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9" name="Rechthoek 8">
            <a:extLst>
              <a:ext uri="{FF2B5EF4-FFF2-40B4-BE49-F238E27FC236}">
                <a16:creationId xmlns:a16="http://schemas.microsoft.com/office/drawing/2014/main" id="{66087544-C7D3-7A9A-4800-2D515179E7A0}"/>
              </a:ext>
            </a:extLst>
          </p:cNvPr>
          <p:cNvSpPr/>
          <p:nvPr userDrawn="1"/>
        </p:nvSpPr>
        <p:spPr>
          <a:xfrm rot="16200000">
            <a:off x="6427197" y="294152"/>
            <a:ext cx="270000" cy="11530543"/>
          </a:xfrm>
          <a:prstGeom prst="rect">
            <a:avLst/>
          </a:prstGeom>
          <a:solidFill>
            <a:srgbClr val="005C7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0" name="Cirkel: leeg 9">
            <a:extLst>
              <a:ext uri="{FF2B5EF4-FFF2-40B4-BE49-F238E27FC236}">
                <a16:creationId xmlns:a16="http://schemas.microsoft.com/office/drawing/2014/main" id="{4EF2F36C-85C6-F227-4C7C-C834D410BF31}"/>
              </a:ext>
            </a:extLst>
          </p:cNvPr>
          <p:cNvSpPr/>
          <p:nvPr userDrawn="1"/>
        </p:nvSpPr>
        <p:spPr>
          <a:xfrm>
            <a:off x="228598" y="5218536"/>
            <a:ext cx="991659" cy="987389"/>
          </a:xfrm>
          <a:prstGeom prst="donut">
            <a:avLst>
              <a:gd name="adj" fmla="val 27560"/>
            </a:avLst>
          </a:prstGeom>
          <a:gradFill flip="none" rotWithShape="1">
            <a:gsLst>
              <a:gs pos="0">
                <a:srgbClr val="FBA400">
                  <a:shade val="30000"/>
                  <a:satMod val="115000"/>
                </a:srgbClr>
              </a:gs>
              <a:gs pos="50000">
                <a:srgbClr val="FBA400">
                  <a:shade val="67500"/>
                  <a:satMod val="115000"/>
                </a:srgbClr>
              </a:gs>
              <a:gs pos="100000">
                <a:srgbClr val="FBA400">
                  <a:shade val="100000"/>
                  <a:satMod val="115000"/>
                </a:srgb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solidFill>
                <a:schemeClr val="tx1"/>
              </a:solidFill>
            </a:endParaRPr>
          </a:p>
        </p:txBody>
      </p:sp>
      <p:sp>
        <p:nvSpPr>
          <p:cNvPr id="11" name="Rechthoek 10">
            <a:extLst>
              <a:ext uri="{FF2B5EF4-FFF2-40B4-BE49-F238E27FC236}">
                <a16:creationId xmlns:a16="http://schemas.microsoft.com/office/drawing/2014/main" id="{FFD04524-8452-D704-99A9-33F20CC99B04}"/>
              </a:ext>
            </a:extLst>
          </p:cNvPr>
          <p:cNvSpPr/>
          <p:nvPr userDrawn="1"/>
        </p:nvSpPr>
        <p:spPr>
          <a:xfrm>
            <a:off x="503358" y="4862527"/>
            <a:ext cx="802745" cy="817034"/>
          </a:xfrm>
          <a:prstGeom prst="rect">
            <a:avLst/>
          </a:prstGeom>
          <a:solidFill>
            <a:srgbClr val="FFFE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12" name="Rechthoek 11">
            <a:extLst>
              <a:ext uri="{FF2B5EF4-FFF2-40B4-BE49-F238E27FC236}">
                <a16:creationId xmlns:a16="http://schemas.microsoft.com/office/drawing/2014/main" id="{103C7D41-C72B-C057-5586-DAF1E5937DA5}"/>
              </a:ext>
            </a:extLst>
          </p:cNvPr>
          <p:cNvSpPr/>
          <p:nvPr userDrawn="1"/>
        </p:nvSpPr>
        <p:spPr>
          <a:xfrm>
            <a:off x="764117" y="5107449"/>
            <a:ext cx="802745" cy="817034"/>
          </a:xfrm>
          <a:prstGeom prst="rect">
            <a:avLst/>
          </a:prstGeom>
          <a:solidFill>
            <a:srgbClr val="FFFE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166F715E-90D2-E02A-35F3-028366BBD0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8724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</p:spTree>
    <p:extLst>
      <p:ext uri="{BB962C8B-B14F-4D97-AF65-F5344CB8AC3E}">
        <p14:creationId xmlns:p14="http://schemas.microsoft.com/office/powerpoint/2010/main" val="36645843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0E9C727-01AA-4DB2-26AE-DD2FEFCD135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NL" dirty="0"/>
              <a:t>Mini-les: pitchen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532F1F9D-91AC-244B-A75C-5DE4D060B51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7177611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BC467E5-39E6-9E7F-1C58-6616329739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Programma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DE110306-4AAB-9607-E18E-ACBAC34BDE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nl-NL" dirty="0"/>
              <a:t>Wat is pitchen</a:t>
            </a:r>
          </a:p>
          <a:p>
            <a:r>
              <a:rPr lang="nl-NL" dirty="0"/>
              <a:t>Welke soorten </a:t>
            </a:r>
            <a:r>
              <a:rPr lang="nl-NL" dirty="0" err="1"/>
              <a:t>pitches</a:t>
            </a:r>
            <a:r>
              <a:rPr lang="nl-NL" dirty="0"/>
              <a:t> zijn er?</a:t>
            </a:r>
          </a:p>
          <a:p>
            <a:r>
              <a:rPr lang="nl-NL" dirty="0"/>
              <a:t>Pitch</a:t>
            </a:r>
          </a:p>
          <a:p>
            <a:r>
              <a:rPr lang="nl-NL"/>
              <a:t>Pitch tips</a:t>
            </a:r>
            <a:endParaRPr lang="nl-NL" dirty="0"/>
          </a:p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9697682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D2D6446-8F10-F5F8-1769-AD594E018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Leerdoelen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89B1ED45-9351-1F62-B213-C5B765A7F4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nl-NL" dirty="0"/>
              <a:t>Aan het einde van de mini-les:</a:t>
            </a:r>
          </a:p>
          <a:p>
            <a:pPr lvl="1"/>
            <a:r>
              <a:rPr lang="nl-NL" dirty="0"/>
              <a:t>Weten we wat </a:t>
            </a:r>
            <a:r>
              <a:rPr lang="nl-NL" dirty="0" err="1"/>
              <a:t>pitches</a:t>
            </a:r>
            <a:r>
              <a:rPr lang="nl-NL" dirty="0"/>
              <a:t> zijn</a:t>
            </a:r>
          </a:p>
          <a:p>
            <a:pPr lvl="1"/>
            <a:r>
              <a:rPr lang="nl-NL" dirty="0"/>
              <a:t>Weten we de 3 meest voorkomende </a:t>
            </a:r>
            <a:r>
              <a:rPr lang="nl-NL" dirty="0" err="1"/>
              <a:t>pitches</a:t>
            </a:r>
            <a:endParaRPr lang="nl-NL" dirty="0"/>
          </a:p>
          <a:p>
            <a:pPr lvl="1"/>
            <a:r>
              <a:rPr lang="nl-NL" dirty="0"/>
              <a:t>kennen we de kenmerken van een goede en slechte pitch</a:t>
            </a:r>
          </a:p>
          <a:p>
            <a:pPr lvl="1"/>
            <a:r>
              <a:rPr lang="nl-NL" dirty="0"/>
              <a:t>Weten we welke pitch verwacht wordt</a:t>
            </a:r>
          </a:p>
          <a:p>
            <a:pPr lvl="1"/>
            <a:r>
              <a:rPr lang="nl-NL" dirty="0"/>
              <a:t>Kunnen we een goede pitch voorbereiden en uitvoeren</a:t>
            </a:r>
          </a:p>
          <a:p>
            <a:pPr lvl="1"/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885644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073C14C-59F8-7321-8C6D-050DE41B4F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Wat is een pitch?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1728114A-9D59-5644-AE8B-37DB96A035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Een overtuigende korte presentatie</a:t>
            </a:r>
          </a:p>
          <a:p>
            <a:r>
              <a:rPr lang="nl-NL" dirty="0"/>
              <a:t>Geen kleine details, maar grote lijnen</a:t>
            </a:r>
          </a:p>
          <a:p>
            <a:r>
              <a:rPr lang="nl-NL" dirty="0"/>
              <a:t>KISS</a:t>
            </a:r>
          </a:p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6956779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FBA753D-3225-B3E8-A958-8BD336CD4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Welke soort </a:t>
            </a:r>
            <a:r>
              <a:rPr lang="nl-NL" dirty="0" err="1"/>
              <a:t>pitches</a:t>
            </a:r>
            <a:r>
              <a:rPr lang="nl-NL" dirty="0"/>
              <a:t> zijn er? - Elevator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59EB113A-41C3-A6C7-C5B8-0376FD6670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Een elevator pitch</a:t>
            </a:r>
          </a:p>
          <a:p>
            <a:r>
              <a:rPr lang="nl-NL" dirty="0"/>
              <a:t>Kort, krachtig en simpel te omvatten</a:t>
            </a:r>
          </a:p>
          <a:p>
            <a:r>
              <a:rPr lang="nl-NL" dirty="0"/>
              <a:t>Vroeger alleen in gesprek (voor/in de lift)</a:t>
            </a:r>
          </a:p>
          <a:p>
            <a:r>
              <a:rPr lang="nl-NL" dirty="0"/>
              <a:t>Tegenwoordig met enkele schetsen</a:t>
            </a:r>
          </a:p>
          <a:p>
            <a:r>
              <a:rPr lang="nl-NL" dirty="0"/>
              <a:t>Simpele concept vragen kunnen gesteld worden</a:t>
            </a:r>
          </a:p>
        </p:txBody>
      </p:sp>
    </p:spTree>
    <p:extLst>
      <p:ext uri="{BB962C8B-B14F-4D97-AF65-F5344CB8AC3E}">
        <p14:creationId xmlns:p14="http://schemas.microsoft.com/office/powerpoint/2010/main" val="23680423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8BFB97-D4BA-7D05-722F-AD504958C6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7039389-0B31-3B19-A2CB-C168FFE37B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Welke soort </a:t>
            </a:r>
            <a:r>
              <a:rPr lang="nl-NL" dirty="0" err="1"/>
              <a:t>pitches</a:t>
            </a:r>
            <a:r>
              <a:rPr lang="nl-NL" dirty="0"/>
              <a:t> zijn er? - Board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37D1B1C6-7C94-124A-CABC-F0C7164879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Board </a:t>
            </a:r>
            <a:r>
              <a:rPr lang="nl-NL" dirty="0" err="1"/>
              <a:t>pitches</a:t>
            </a:r>
            <a:r>
              <a:rPr lang="nl-NL" dirty="0"/>
              <a:t> zijn langer in een officiële opzet</a:t>
            </a:r>
          </a:p>
          <a:p>
            <a:r>
              <a:rPr lang="nl-NL" dirty="0"/>
              <a:t>Bevatten diagrammen en schetsen</a:t>
            </a:r>
          </a:p>
          <a:p>
            <a:r>
              <a:rPr lang="nl-NL" dirty="0"/>
              <a:t>Verwacht diepere vragen</a:t>
            </a:r>
          </a:p>
          <a:p>
            <a:r>
              <a:rPr lang="nl-NL" dirty="0"/>
              <a:t>Gaat vaak over kosten en opbrengst</a:t>
            </a:r>
          </a:p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9230088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8D5FFA-F77D-908A-4CB1-126F66A3D6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F7B896B-BA71-6ABA-9076-F6C9C06D1D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Welke soort </a:t>
            </a:r>
            <a:r>
              <a:rPr lang="nl-NL" dirty="0" err="1"/>
              <a:t>pitches</a:t>
            </a:r>
            <a:r>
              <a:rPr lang="nl-NL" dirty="0"/>
              <a:t> zijn er? - conventie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29ED4A9E-B599-FCEA-4F96-ABCBB840C0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Een conventie pitch is een doelgroepspitch</a:t>
            </a:r>
          </a:p>
          <a:p>
            <a:r>
              <a:rPr lang="nl-NL" dirty="0"/>
              <a:t>Vaak gedaan bij games</a:t>
            </a:r>
          </a:p>
          <a:p>
            <a:r>
              <a:rPr lang="nl-NL" dirty="0"/>
              <a:t>Concept van game wordt getoond</a:t>
            </a:r>
          </a:p>
          <a:p>
            <a:r>
              <a:rPr lang="nl-NL" dirty="0"/>
              <a:t>Hype en aandacht wordt gemeten</a:t>
            </a:r>
          </a:p>
          <a:p>
            <a:r>
              <a:rPr lang="nl-NL" dirty="0"/>
              <a:t>Aanpassingen gedaan indien noodzakelijk</a:t>
            </a:r>
          </a:p>
        </p:txBody>
      </p:sp>
    </p:spTree>
    <p:extLst>
      <p:ext uri="{BB962C8B-B14F-4D97-AF65-F5344CB8AC3E}">
        <p14:creationId xmlns:p14="http://schemas.microsoft.com/office/powerpoint/2010/main" val="17463205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0D8A766E-402A-11B6-E8F6-E3BED369561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NL" dirty="0"/>
              <a:t>Mijn beurt eerst</a:t>
            </a:r>
          </a:p>
        </p:txBody>
      </p:sp>
      <p:sp>
        <p:nvSpPr>
          <p:cNvPr id="5" name="Ondertitel 4">
            <a:extLst>
              <a:ext uri="{FF2B5EF4-FFF2-40B4-BE49-F238E27FC236}">
                <a16:creationId xmlns:a16="http://schemas.microsoft.com/office/drawing/2014/main" id="{6CC81B35-2B90-6F87-737D-FCA17A977FF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835417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CC97BE6-B238-836D-6043-4AB213045C5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NL" dirty="0"/>
              <a:t>Pitch 1</a:t>
            </a:r>
          </a:p>
        </p:txBody>
      </p:sp>
      <p:sp>
        <p:nvSpPr>
          <p:cNvPr id="4" name="Ondertitel 3">
            <a:extLst>
              <a:ext uri="{FF2B5EF4-FFF2-40B4-BE49-F238E27FC236}">
                <a16:creationId xmlns:a16="http://schemas.microsoft.com/office/drawing/2014/main" id="{0F4E4018-9686-A98B-3219-A6B405610E8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l-NL" dirty="0"/>
              <a:t>Dierenasiel app</a:t>
            </a:r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DF27405E-1A48-203B-EC78-EF0DBF0C95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495" y="2794000"/>
            <a:ext cx="3538928" cy="3538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56888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0544FA-91C8-BD4F-9FB4-49351F9CDE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593D6D3-2263-AE9A-3CD6-53BE15FE9EB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NL" dirty="0"/>
              <a:t>Pitch 2</a:t>
            </a:r>
          </a:p>
        </p:txBody>
      </p:sp>
      <p:sp>
        <p:nvSpPr>
          <p:cNvPr id="4" name="Ondertitel 3">
            <a:extLst>
              <a:ext uri="{FF2B5EF4-FFF2-40B4-BE49-F238E27FC236}">
                <a16:creationId xmlns:a16="http://schemas.microsoft.com/office/drawing/2014/main" id="{DC556B0B-2957-4A39-97CF-60860E1F04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67157" y="4064001"/>
            <a:ext cx="5511800" cy="1655762"/>
          </a:xfrm>
        </p:spPr>
        <p:txBody>
          <a:bodyPr/>
          <a:lstStyle/>
          <a:p>
            <a:r>
              <a:rPr lang="nl-NL" dirty="0"/>
              <a:t>CYOA Game app</a:t>
            </a:r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C592EA50-9E8E-8312-5124-DBD69772677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088" b="12896"/>
          <a:stretch>
            <a:fillRect/>
          </a:stretch>
        </p:blipFill>
        <p:spPr>
          <a:xfrm>
            <a:off x="7254875" y="84527"/>
            <a:ext cx="4937125" cy="5851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68764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E9124E-53B1-C2A7-BAA0-B451F801CB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C52BA5F-EBD8-744B-B142-0E1BD01189D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NL" dirty="0"/>
              <a:t>Pitch 3</a:t>
            </a:r>
          </a:p>
        </p:txBody>
      </p:sp>
      <p:sp>
        <p:nvSpPr>
          <p:cNvPr id="4" name="Ondertitel 3">
            <a:extLst>
              <a:ext uri="{FF2B5EF4-FFF2-40B4-BE49-F238E27FC236}">
                <a16:creationId xmlns:a16="http://schemas.microsoft.com/office/drawing/2014/main" id="{05ABBF2C-8E98-EA1B-C66D-65D4C7DD0D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70000" y="3236120"/>
            <a:ext cx="5511800" cy="1655762"/>
          </a:xfrm>
        </p:spPr>
        <p:txBody>
          <a:bodyPr/>
          <a:lstStyle/>
          <a:p>
            <a:r>
              <a:rPr lang="nl-NL" dirty="0"/>
              <a:t>Stad route app</a:t>
            </a:r>
          </a:p>
        </p:txBody>
      </p:sp>
      <p:pic>
        <p:nvPicPr>
          <p:cNvPr id="3" name="Afbeelding 2">
            <a:extLst>
              <a:ext uri="{FF2B5EF4-FFF2-40B4-BE49-F238E27FC236}">
                <a16:creationId xmlns:a16="http://schemas.microsoft.com/office/drawing/2014/main" id="{271E30EC-5A48-C6D7-039F-CF7DCBEF1B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0" y="0"/>
            <a:ext cx="457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32881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73F352-5203-0A43-B895-B1DBD1599D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0269D64-D8CE-F254-DF32-A1673264DE6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NL" dirty="0"/>
              <a:t>Pitch 4</a:t>
            </a:r>
          </a:p>
        </p:txBody>
      </p:sp>
      <p:sp>
        <p:nvSpPr>
          <p:cNvPr id="4" name="Ondertitel 3">
            <a:extLst>
              <a:ext uri="{FF2B5EF4-FFF2-40B4-BE49-F238E27FC236}">
                <a16:creationId xmlns:a16="http://schemas.microsoft.com/office/drawing/2014/main" id="{048BA91C-1D1F-F1F4-CA6E-A5A02C6D691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l-NL" dirty="0"/>
              <a:t>Marktplaats app</a:t>
            </a:r>
          </a:p>
        </p:txBody>
      </p:sp>
      <p:pic>
        <p:nvPicPr>
          <p:cNvPr id="1026" name="Picture 2" descr="Wat is het Aankoopoverzicht?">
            <a:extLst>
              <a:ext uri="{FF2B5EF4-FFF2-40B4-BE49-F238E27FC236}">
                <a16:creationId xmlns:a16="http://schemas.microsoft.com/office/drawing/2014/main" id="{20B42116-1734-7B3D-B5F0-BC30618B0B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3080" y="-90050"/>
            <a:ext cx="3873708" cy="38737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Marktplaats maakt iOS-app persoonlijker met feeds">
            <a:extLst>
              <a:ext uri="{FF2B5EF4-FFF2-40B4-BE49-F238E27FC236}">
                <a16:creationId xmlns:a16="http://schemas.microsoft.com/office/drawing/2014/main" id="{8D7B11FF-7A10-C6B1-ADAE-F1579486A1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151" y="2677793"/>
            <a:ext cx="4819338" cy="32289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340061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4CA1767F-0964-64E4-97D6-C0DECA5A27B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NL" dirty="0"/>
              <a:t>Wat viel op?</a:t>
            </a:r>
          </a:p>
        </p:txBody>
      </p:sp>
      <p:sp>
        <p:nvSpPr>
          <p:cNvPr id="6" name="Ondertitel 5">
            <a:extLst>
              <a:ext uri="{FF2B5EF4-FFF2-40B4-BE49-F238E27FC236}">
                <a16:creationId xmlns:a16="http://schemas.microsoft.com/office/drawing/2014/main" id="{94265CC0-7E7E-C219-235F-7B093EFE027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2512868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848B707-5990-8690-663C-B457899ABE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Wat verwachten we van jullie?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9A205415-CA10-2C50-E396-6EB7B9DB01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Een elevator pitch met schetsen </a:t>
            </a:r>
          </a:p>
          <a:p>
            <a:r>
              <a:rPr lang="nl-NL" dirty="0"/>
              <a:t>Enkele board vragen die gesteld kunnen worden op </a:t>
            </a:r>
          </a:p>
          <a:p>
            <a:pPr lvl="1"/>
            <a:r>
              <a:rPr lang="nl-NL" dirty="0"/>
              <a:t>Complexiteit</a:t>
            </a:r>
          </a:p>
          <a:p>
            <a:pPr lvl="1"/>
            <a:r>
              <a:rPr lang="nl-NL" dirty="0"/>
              <a:t>Haalbaarheid</a:t>
            </a:r>
          </a:p>
          <a:p>
            <a:pPr lvl="1"/>
            <a:r>
              <a:rPr lang="nl-NL" dirty="0"/>
              <a:t>Samenwerking</a:t>
            </a:r>
          </a:p>
          <a:p>
            <a:r>
              <a:rPr lang="nl-NL" dirty="0"/>
              <a:t>Een PowerPoint met daarin de steekwoorden/afbeeldingen</a:t>
            </a:r>
          </a:p>
          <a:p>
            <a:r>
              <a:rPr lang="nl-NL" dirty="0"/>
              <a:t>KISS</a:t>
            </a:r>
          </a:p>
        </p:txBody>
      </p:sp>
    </p:spTree>
    <p:extLst>
      <p:ext uri="{BB962C8B-B14F-4D97-AF65-F5344CB8AC3E}">
        <p14:creationId xmlns:p14="http://schemas.microsoft.com/office/powerpoint/2010/main" val="32124112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D4807714-BA49-9C5F-0194-7CBD6A88C3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Wat maakt een goede en slechte pitch?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C4FC0E10-9D97-5A72-04EE-3FA9FD4F2A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Goed / Wel doen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71016EA3-5FF0-10E1-618C-3F0F0E668E8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10000"/>
          </a:bodyPr>
          <a:lstStyle/>
          <a:p>
            <a:r>
              <a:rPr lang="nl-NL" dirty="0"/>
              <a:t>Hou het tussen de 2 en 5 minuten</a:t>
            </a:r>
          </a:p>
          <a:p>
            <a:r>
              <a:rPr lang="nl-NL" dirty="0"/>
              <a:t>Laat zien dat je enthousiast bent maar geen stuiterbal.</a:t>
            </a:r>
          </a:p>
          <a:p>
            <a:r>
              <a:rPr lang="nl-NL" dirty="0"/>
              <a:t>Geef details maar overspoel je publiek niet</a:t>
            </a:r>
          </a:p>
          <a:p>
            <a:r>
              <a:rPr lang="nl-NL" dirty="0"/>
              <a:t>Maak het een doorlopend verhaal</a:t>
            </a:r>
          </a:p>
          <a:p>
            <a:r>
              <a:rPr lang="nl-NL" dirty="0"/>
              <a:t>Sluit af met een bang</a:t>
            </a:r>
          </a:p>
          <a:p>
            <a:r>
              <a:rPr lang="nl-NL" dirty="0"/>
              <a:t>Probeer het publiek erbij te betrekken</a:t>
            </a:r>
          </a:p>
        </p:txBody>
      </p:sp>
      <p:sp>
        <p:nvSpPr>
          <p:cNvPr id="7" name="Tijdelijke aanduiding voor tekst 6">
            <a:extLst>
              <a:ext uri="{FF2B5EF4-FFF2-40B4-BE49-F238E27FC236}">
                <a16:creationId xmlns:a16="http://schemas.microsoft.com/office/drawing/2014/main" id="{FA8C2E2E-B7CB-4286-1F55-77A69D7EF5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nl-NL" dirty="0"/>
              <a:t>Slecht / Niet doen</a:t>
            </a:r>
          </a:p>
        </p:txBody>
      </p:sp>
      <p:sp>
        <p:nvSpPr>
          <p:cNvPr id="8" name="Tijdelijke aanduiding voor inhoud 7">
            <a:extLst>
              <a:ext uri="{FF2B5EF4-FFF2-40B4-BE49-F238E27FC236}">
                <a16:creationId xmlns:a16="http://schemas.microsoft.com/office/drawing/2014/main" id="{B821D7DA-67A1-AE34-295E-9E1329FB97FF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fontScale="85000" lnSpcReduction="10000"/>
          </a:bodyPr>
          <a:lstStyle/>
          <a:p>
            <a:r>
              <a:rPr lang="nl-NL" dirty="0"/>
              <a:t>Veel te kort of veel te lang</a:t>
            </a:r>
          </a:p>
          <a:p>
            <a:r>
              <a:rPr lang="nl-NL" dirty="0"/>
              <a:t>Geen of te veel energie</a:t>
            </a:r>
          </a:p>
          <a:p>
            <a:r>
              <a:rPr lang="nl-NL" dirty="0"/>
              <a:t>Hou het kaal en basis</a:t>
            </a:r>
          </a:p>
          <a:p>
            <a:r>
              <a:rPr lang="nl-NL" dirty="0"/>
              <a:t>Puntsgewijs benoemen</a:t>
            </a:r>
          </a:p>
          <a:p>
            <a:r>
              <a:rPr lang="nl-NL" dirty="0"/>
              <a:t>Eindigen met “Dit was het” of iets vergelijkbaars</a:t>
            </a:r>
          </a:p>
          <a:p>
            <a:r>
              <a:rPr lang="nl-NL" dirty="0"/>
              <a:t>Monoloog</a:t>
            </a:r>
          </a:p>
        </p:txBody>
      </p:sp>
    </p:spTree>
    <p:extLst>
      <p:ext uri="{BB962C8B-B14F-4D97-AF65-F5344CB8AC3E}">
        <p14:creationId xmlns:p14="http://schemas.microsoft.com/office/powerpoint/2010/main" val="24236552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435115C0-A650-0C0D-1C0E-D37EFC7EF1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Pitchen is een kunst en een toneelstuk</a:t>
            </a:r>
          </a:p>
        </p:txBody>
      </p:sp>
      <p:sp>
        <p:nvSpPr>
          <p:cNvPr id="8" name="Tijdelijke aanduiding voor inhoud 7">
            <a:extLst>
              <a:ext uri="{FF2B5EF4-FFF2-40B4-BE49-F238E27FC236}">
                <a16:creationId xmlns:a16="http://schemas.microsoft.com/office/drawing/2014/main" id="{C814696D-4724-1B26-C90D-89DF80DA13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GEEN sales pitch</a:t>
            </a:r>
          </a:p>
          <a:p>
            <a:r>
              <a:rPr lang="nl-NL" dirty="0"/>
              <a:t>Vaagheden mogen op detail niveau, niet op functioneel niveau</a:t>
            </a:r>
          </a:p>
          <a:p>
            <a:r>
              <a:rPr lang="nl-NL" dirty="0"/>
              <a:t>Verwacht vragen van mensen die nieuwsgierig zijn, deze wil je!</a:t>
            </a:r>
          </a:p>
          <a:p>
            <a:r>
              <a:rPr lang="nl-NL" dirty="0"/>
              <a:t>Oefening baart kunst, gebruik de kans om te oefenen en feedback te ontvangen</a:t>
            </a:r>
          </a:p>
          <a:p>
            <a:r>
              <a:rPr lang="nl-NL" dirty="0"/>
              <a:t>Bij solliciteren moet je jezelf ook pitchen!</a:t>
            </a:r>
          </a:p>
        </p:txBody>
      </p:sp>
    </p:spTree>
    <p:extLst>
      <p:ext uri="{BB962C8B-B14F-4D97-AF65-F5344CB8AC3E}">
        <p14:creationId xmlns:p14="http://schemas.microsoft.com/office/powerpoint/2010/main" val="252539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F3185E2-0768-2957-6203-490A52540A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6C8D1566-AF8A-9EEA-5984-2FDC70E3F9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740068242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e2" id="{9E7AAD1C-B155-4896-B55B-3944D7133965}" vid="{4C889715-0D36-4A12-BFED-915D686707C6}"/>
    </a:ext>
  </a:extLst>
</a:theme>
</file>

<file path=ppt/theme/theme2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Nova1</Template>
  <TotalTime>0</TotalTime>
  <Words>404</Words>
  <Application>Microsoft Office PowerPoint</Application>
  <PresentationFormat>Breedbeeld</PresentationFormat>
  <Paragraphs>81</Paragraphs>
  <Slides>17</Slides>
  <Notes>4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3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17</vt:i4>
      </vt:variant>
    </vt:vector>
  </HeadingPairs>
  <TitlesOfParts>
    <vt:vector size="21" baseType="lpstr">
      <vt:lpstr>Aptos</vt:lpstr>
      <vt:lpstr>Aptos Display</vt:lpstr>
      <vt:lpstr>Arial</vt:lpstr>
      <vt:lpstr>Kantoorthema</vt:lpstr>
      <vt:lpstr>Mini-les: pitchen</vt:lpstr>
      <vt:lpstr>Programma</vt:lpstr>
      <vt:lpstr>Leerdoelen</vt:lpstr>
      <vt:lpstr>Wat is een pitch?</vt:lpstr>
      <vt:lpstr>Welke soort pitches zijn er? - Elevator</vt:lpstr>
      <vt:lpstr>Welke soort pitches zijn er? - Board</vt:lpstr>
      <vt:lpstr>Welke soort pitches zijn er? - conventie</vt:lpstr>
      <vt:lpstr>Mijn beurt eerst</vt:lpstr>
      <vt:lpstr>Pitch 1</vt:lpstr>
      <vt:lpstr>Pitch 2</vt:lpstr>
      <vt:lpstr>Pitch 3</vt:lpstr>
      <vt:lpstr>Pitch 4</vt:lpstr>
      <vt:lpstr>Wat viel op?</vt:lpstr>
      <vt:lpstr>Wat verwachten we van jullie?</vt:lpstr>
      <vt:lpstr>Wat maakt een goede en slechte pitch?</vt:lpstr>
      <vt:lpstr>Pitchen is een kunst en een toneelstuk</vt:lpstr>
      <vt:lpstr>PowerPoint-presentatie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Erwin van Hunnik</dc:creator>
  <cp:lastModifiedBy>Erwin van Hunnik</cp:lastModifiedBy>
  <cp:revision>20</cp:revision>
  <dcterms:created xsi:type="dcterms:W3CDTF">2026-02-09T21:43:16Z</dcterms:created>
  <dcterms:modified xsi:type="dcterms:W3CDTF">2026-05-12T07:29:23Z</dcterms:modified>
</cp:coreProperties>
</file>